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MarkItDown Converter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PowerPoint → Markdown Test 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Formats</a:t>
            </a:r>
          </a:p>
          <a:p>
            <a:pPr lvl="1"/>
            <a:r>
              <a:t>PDF files</a:t>
            </a:r>
          </a:p>
          <a:p>
            <a:pPr lvl="1"/>
            <a:r>
              <a:t>Word documents (.docx)</a:t>
            </a:r>
          </a:p>
          <a:p>
            <a:pPr lvl="1"/>
            <a:r>
              <a:t>Excel spreadsheets (.xlsx)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This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PPTX was generated to verify that the MarkItDown converter correctly extracts text from PowerPoint files and renders it as Markdown.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